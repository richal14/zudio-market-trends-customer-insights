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rben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11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247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Market Trends &amp; Customer Insights Analysis of Zudio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824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Power BI to uncover actionable retail intelligence across categories, cities, and customer segments — 2023 to 2026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263396"/>
            <a:ext cx="224623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67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7498" y="5339001"/>
            <a:ext cx="19588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BI ANALYTICS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3370" y="5263396"/>
            <a:ext cx="124110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67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7079" y="5339001"/>
            <a:ext cx="95369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2023–2026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0200B-1C95-47D8-8BF3-5FACD0412E78}"/>
              </a:ext>
            </a:extLst>
          </p:cNvPr>
          <p:cNvSpPr txBox="1"/>
          <p:nvPr/>
        </p:nvSpPr>
        <p:spPr>
          <a:xfrm>
            <a:off x="793790" y="5960031"/>
            <a:ext cx="3103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Name: Richal Kandulna</a:t>
            </a:r>
          </a:p>
          <a:p>
            <a:r>
              <a:rPr lang="en-US" b="1" dirty="0"/>
              <a:t>Roll No.: 2401247017</a:t>
            </a:r>
          </a:p>
          <a:p>
            <a:r>
              <a:rPr lang="en-US" b="1" dirty="0"/>
              <a:t>Course: PGDM (2024-26)</a:t>
            </a:r>
            <a:br>
              <a:rPr lang="en-US" b="1" dirty="0"/>
            </a:b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88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Company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7810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Brand Identity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202662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Zudio is a value fashion brand offering trendy, affordable apparel for the everyday Indian consumer.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77810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Parent Company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20266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Wholly owned by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Trent Ltd.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the retail arm of the Tata Group — one of India's most trusted conglomerates.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5520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Rapid Expansion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8403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Aggressive store rollout across Tier 1 and Tier 2 Indian cities, making fashion accessible to a wide demographic.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73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979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Despite strong growth, Zudio faces critical operational and analytical gaps that limit its ability to scale efficiently and serve customers effectively.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6075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18046"/>
            <a:ext cx="41181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Demand Prediction Challenges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90846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Inconsistent forecasting leads to stockouts during peak seasons and overstock during slow periods.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16075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16075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418046"/>
            <a:ext cx="3144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Inventory Inefficiencies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90846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Poor visibility into real-time stock levels results in wasted capital and missed revenue opportunities.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18378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75672"/>
            <a:ext cx="3504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Lack of Customer Insights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6609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data on purchasing behavior prevents personalized marketing and effective category planning.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18378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Regional Variations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6609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Sales patterns differ significantly across cities, yet strategies remain largely uniform and centralized.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790" y="779502"/>
            <a:ext cx="7698700" cy="76985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13540" y="2166575"/>
            <a:ext cx="2480636" cy="389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Analyze Trends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213540" y="2666421"/>
            <a:ext cx="2480636" cy="7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sales performance across 2023–2026.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49412" y="1971998"/>
            <a:ext cx="2480636" cy="77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Identify Categories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7949412" y="2860997"/>
            <a:ext cx="2480636" cy="7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Men, Women, Kids by revenue.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213756" y="5707654"/>
            <a:ext cx="2480636" cy="77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Understand Customers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4213756" y="6596653"/>
            <a:ext cx="2480636" cy="7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Assess discount sensitivity and purchase patterns.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949412" y="5707654"/>
            <a:ext cx="2480636" cy="778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 Decisions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7949412" y="6596653"/>
            <a:ext cx="2480636" cy="7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data-driven retail strategy and action.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396835" y="8541782"/>
            <a:ext cx="1383672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analysis is designed to translate raw retail data into strategic intelligence — enabling Zudio's merchandising and leadership teams to act with confidence and precision.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8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919674" y="30156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Scope of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19674" y="3596759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four-year dataset capturing Zudio's retail performance across multiple dimensions: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781788"/>
            <a:ext cx="3090505" cy="1707952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224" y="5016222"/>
            <a:ext cx="2621637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⏱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Time Period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5529501"/>
            <a:ext cx="26216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2023 – 2026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4781788"/>
            <a:ext cx="3090624" cy="1707952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5543" y="5016222"/>
            <a:ext cx="2621756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🏙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Cities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5543" y="5529501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Key Markets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781788"/>
            <a:ext cx="3090624" cy="1707952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982" y="5016222"/>
            <a:ext cx="2621756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👕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Categories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62982" y="5529501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 · Women · Kids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4781788"/>
            <a:ext cx="3090624" cy="1707952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80420" y="5016222"/>
            <a:ext cx="2621756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📊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Metrics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80420" y="5529501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· Quantity · Discount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807" y="676156"/>
            <a:ext cx="4744760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67807" y="1507331"/>
            <a:ext cx="7581186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multi-page interactive dashboard was built in Power BI to centralize Zudio's retail intelligence — enabling drill-through analysis and dynamic filtering across all key dimensions.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67807" y="2522458"/>
            <a:ext cx="759143" cy="1138714"/>
          </a:xfrm>
          <a:prstGeom prst="roundRect">
            <a:avLst>
              <a:gd name="adj" fmla="val 36001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04980" y="2913936"/>
            <a:ext cx="284678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85660" y="2712244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Overview Page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85660" y="3104078"/>
            <a:ext cx="666333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High-level KPIs, revenue trends, and total performance snapshot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7807" y="3819882"/>
            <a:ext cx="759143" cy="1138714"/>
          </a:xfrm>
          <a:prstGeom prst="roundRect">
            <a:avLst>
              <a:gd name="adj" fmla="val 36001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4980" y="4211360"/>
            <a:ext cx="284678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85660" y="4009668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Category Page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185660" y="4401503"/>
            <a:ext cx="666333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Breakdown of sales by Men, Women, and Kids segments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67807" y="5117306"/>
            <a:ext cx="759143" cy="1138714"/>
          </a:xfrm>
          <a:prstGeom prst="roundRect">
            <a:avLst>
              <a:gd name="adj" fmla="val 36001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4980" y="5508784"/>
            <a:ext cx="284678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85660" y="5307092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City Page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185660" y="5698927"/>
            <a:ext cx="666333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Geographic performance comparison across 5 metro markets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267807" y="6414730"/>
            <a:ext cx="759143" cy="1138714"/>
          </a:xfrm>
          <a:prstGeom prst="roundRect">
            <a:avLst>
              <a:gd name="adj" fmla="val 36001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4980" y="6806208"/>
            <a:ext cx="284678" cy="355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85660" y="6604516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Discount Page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185660" y="6996351"/>
            <a:ext cx="6663333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 depth vs. volume analysis and margin impact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0481"/>
            <a:ext cx="78272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Visuals in the Dashboard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152888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KPI Cards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At-a-glance metrics for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Revenue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Orders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Sales Value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updated dynamically with every filter selection.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215288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90004"/>
            <a:ext cx="3002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Sales Trend Line Chart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8042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Monthly and yearly revenue trajectory highlighting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seasonality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growth spurts, and dips across the 2023–2026 period.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Category Bar Chart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15029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Side-by-side revenue and quantity comparison across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Men, Women, and Kids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categories for quick merchandising decisions.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59874"/>
            <a:ext cx="3161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City Performance Chart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15029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ranking of sales performance across 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cities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enabling regional strategy and resource allocation.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7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Findings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4299"/>
            <a:ext cx="32205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 Data Revealed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08791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Women's category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generates the highest revenue across all years and cities — a consistent top performer.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Metro cities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dominate total sales volume, accounting for the majority of Zudio's revenue base.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 campaigns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significantly boost purchase volume, though margin sensitivity must be managed carefully.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Year-over-year sales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show a clear upward trajectory, validating Zudio's expansion strategy.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67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#1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455420" y="57985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Women's Category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28900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Highest revenue contributor across all regions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47667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97523" y="57985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Cities Analyzed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628900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Metro markets driving majority of sales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476678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339626" y="57985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Years of 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628900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Consistent YoY growth confirmed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7355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Recommendations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33" y="1734383"/>
            <a:ext cx="323136" cy="3231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3996" y="1727835"/>
            <a:ext cx="575143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Double Down on High-Performing Categories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493996" y="2187178"/>
            <a:ext cx="68562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Prioritize Women's and fast-growing Kids segments in inventory allocation and marketing spend.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33" y="3275290"/>
            <a:ext cx="323136" cy="3231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93996" y="3268742"/>
            <a:ext cx="351246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Optimize Discount Strategy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493996" y="3728085"/>
            <a:ext cx="68562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targeted, time-bound discounts to drive volume without eroding margins — avoid blanket promotions.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33" y="4816197"/>
            <a:ext cx="323136" cy="3231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3996" y="4809649"/>
            <a:ext cx="356080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Improve Inventory Planning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493996" y="5268992"/>
            <a:ext cx="68562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Power BI forecasts to align stock levels with demand signals, reducing both overstock and stockouts.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33" y="6357104"/>
            <a:ext cx="323136" cy="3231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93996" y="6350556"/>
            <a:ext cx="35609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Embed Data-Driven Culture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1493996" y="6809899"/>
            <a:ext cx="685621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the dashboard to store managers and regional leads so decisions at every level are grounded in evidence.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15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39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how </a:t>
            </a:r>
            <a:r>
              <a:rPr lang="en-US" sz="1750" b="1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BI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can transform raw retail data into a strategic asset for Zudio — enabling smarter merchandising, better inventory control, and stronger business outcomes.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34909"/>
            <a:ext cx="13042821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4042529"/>
            <a:ext cx="4342448" cy="1669852"/>
          </a:xfrm>
          <a:prstGeom prst="roundRect">
            <a:avLst>
              <a:gd name="adj" fmla="val 5705"/>
            </a:avLst>
          </a:prstGeom>
          <a:solidFill>
            <a:srgbClr val="D2D9F9"/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4269343"/>
            <a:ext cx="2850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Data-Driven Insights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759762"/>
            <a:ext cx="38888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BI unlocks patterns invisible to traditional reporting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43857" y="4042529"/>
            <a:ext cx="4342567" cy="1669852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9" name="Shape 7"/>
          <p:cNvSpPr/>
          <p:nvPr/>
        </p:nvSpPr>
        <p:spPr>
          <a:xfrm>
            <a:off x="5143857" y="4042529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0" name="Text 8"/>
          <p:cNvSpPr/>
          <p:nvPr/>
        </p:nvSpPr>
        <p:spPr>
          <a:xfrm>
            <a:off x="5370671" y="4269343"/>
            <a:ext cx="2998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Business Performance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70671" y="4759762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Analytics directly improves revenue, efficiency, and margins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86424" y="4042529"/>
            <a:ext cx="4342567" cy="1669852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6424" y="4042529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4" name="Text 12"/>
          <p:cNvSpPr/>
          <p:nvPr/>
        </p:nvSpPr>
        <p:spPr>
          <a:xfrm>
            <a:off x="9713238" y="4269343"/>
            <a:ext cx="28585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Strategic Enablement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713238" y="4759762"/>
            <a:ext cx="38889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Leaders gain confidence to act on real-time intelligence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9751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Thank You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Questions &amp; Discussion Welcome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736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Corben</vt:lpstr>
      <vt:lpstr>Arial</vt:lpstr>
      <vt:lpstr>Calibri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Richal Kandulna</cp:lastModifiedBy>
  <cp:revision>2</cp:revision>
  <dcterms:created xsi:type="dcterms:W3CDTF">2026-04-24T05:38:08Z</dcterms:created>
  <dcterms:modified xsi:type="dcterms:W3CDTF">2026-04-24T05:49:39Z</dcterms:modified>
</cp:coreProperties>
</file>